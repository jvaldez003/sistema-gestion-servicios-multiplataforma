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371600"/>
            <a:ext cx="5029200" cy="50292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731520"/>
            <a:ext cx="3657600" cy="3657600"/>
          </a:xfrm>
          <a:prstGeom prst="ellipse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194560" cy="64008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Elevator Pitch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inteligente de citas para negocios de servicios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· Colombia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El Problema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47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417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1307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Agendas en papel o WhatsApp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69164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control real, errores y olvidos frecuentes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1247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6974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25877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Doble citas = conflictos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97180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clientes, mismo empleado, mismo horario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1247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00200" y="3867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visibilidad financiera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25196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dueño no sabe cuánto ganó ni cómo repartir comisiones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1247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5257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 sin cómo encontrarlos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532120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aparecen en búsquedas ni tienen presencia digital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La Solución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 es una plataforma SaaS móvil que centraliza todo lo que un negocio de servicios necesita: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9933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18836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Agendamiento inteligente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3134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anti-conflictos en tiempo real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4564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3467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empleados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3776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Comisiones, horarios y postulaciones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9194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8097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Pagos integrados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52395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MercadoPago / PayU con historial automático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1719072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9933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40880" y="18836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financiero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23134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cierre de caja y reportes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182112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4564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33467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social y fidelización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776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Publicaciones, puntos y cupones de retención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¿Por qué FlowServ?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44752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447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14447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login, tres roles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usuario es cliente, empleado y dueño sin cambiar de app ni cerrar sesión.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078992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1444752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4447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14447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multitenant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66560" y="201168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negocio es un tenant aislado. Una sola plataforma sirve a cientos de negocios.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005072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05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4005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Anti-conflictos en tiempo real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Bloqueo instantáneo de horarios al agendar. Cero doble citas.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639312"/>
            <a:ext cx="53035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4005072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005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80960" y="4005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nativo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457200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e iOS desde la misma base de código. UI fluida y moderna sin compromiso.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El Mercado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+50.000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negocios de servicios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Colombia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1430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297680" y="23042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citas mensuales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digitalizadas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38160" y="23042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costo de entrada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el cliente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Público objetivo inicial: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160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✂️ Barberías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61488" y="41605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61488" y="4160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💆 Estéticas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65776" y="41605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65776" y="4160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🚗 Lavaderos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70064" y="41605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70064" y="4160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 Consultorios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74352" y="416052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74352" y="4160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💅 Spas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Cali, Valle del Cauca — expansión nacional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Modelo de Negocio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435608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356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64208" y="14630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Freemium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Gratis para empezar. Funciones básicas de agendamiento sin costo para el negocio.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115568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02552" y="1435608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4356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53528" y="14630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0116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mensual Pro con dashboard financiero, reportes PDF y soporte prioritario.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813048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813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64208" y="38404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Comisión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Pequeño porcentaje por cada pago procesado a través de la plataforma.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493008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2552" y="3813048"/>
            <a:ext cx="822960" cy="82296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3813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53528" y="38404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43891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fidelización y campañas de retención para negocios premium.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8229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plataforma que digitaliza el futuro de los negocios de servicios.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3520440"/>
            <a:ext cx="54864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¿Nos apoyan a llevarlo al mercado?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🙋 Preguntas  ·  📧 flowserv@team.co  ·  📱 Cali, Colombia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2026-05-25T23:07:09Z</dcterms:created>
  <dcterms:modified xsi:type="dcterms:W3CDTF">2026-05-25T23:07:09Z</dcterms:modified>
</cp:coreProperties>
</file>